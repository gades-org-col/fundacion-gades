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03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7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7BBB3-C89A-4514-919E-51F5739F1288}" type="datetimeFigureOut">
              <a:rPr lang="es-CO" smtClean="0"/>
              <a:t>4/06/2019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0B4D-3C41-431D-B7EC-67AA624D7C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0694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7BBB3-C89A-4514-919E-51F5739F1288}" type="datetimeFigureOut">
              <a:rPr lang="es-CO" smtClean="0"/>
              <a:t>4/06/2019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0B4D-3C41-431D-B7EC-67AA624D7C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107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7BBB3-C89A-4514-919E-51F5739F1288}" type="datetimeFigureOut">
              <a:rPr lang="es-CO" smtClean="0"/>
              <a:t>4/06/2019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0B4D-3C41-431D-B7EC-67AA624D7C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9493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7BBB3-C89A-4514-919E-51F5739F1288}" type="datetimeFigureOut">
              <a:rPr lang="es-CO" smtClean="0"/>
              <a:t>4/06/2019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0B4D-3C41-431D-B7EC-67AA624D7C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6665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7BBB3-C89A-4514-919E-51F5739F1288}" type="datetimeFigureOut">
              <a:rPr lang="es-CO" smtClean="0"/>
              <a:t>4/06/2019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0B4D-3C41-431D-B7EC-67AA624D7C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77646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7BBB3-C89A-4514-919E-51F5739F1288}" type="datetimeFigureOut">
              <a:rPr lang="es-CO" smtClean="0"/>
              <a:t>4/06/2019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0B4D-3C41-431D-B7EC-67AA624D7C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60617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7BBB3-C89A-4514-919E-51F5739F1288}" type="datetimeFigureOut">
              <a:rPr lang="es-CO" smtClean="0"/>
              <a:t>4/06/2019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0B4D-3C41-431D-B7EC-67AA624D7C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3714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7BBB3-C89A-4514-919E-51F5739F1288}" type="datetimeFigureOut">
              <a:rPr lang="es-CO" smtClean="0"/>
              <a:t>4/06/2019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0B4D-3C41-431D-B7EC-67AA624D7C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11061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7BBB3-C89A-4514-919E-51F5739F1288}" type="datetimeFigureOut">
              <a:rPr lang="es-CO" smtClean="0"/>
              <a:t>4/06/2019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0B4D-3C41-431D-B7EC-67AA624D7C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4742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7BBB3-C89A-4514-919E-51F5739F1288}" type="datetimeFigureOut">
              <a:rPr lang="es-CO" smtClean="0"/>
              <a:t>4/06/2019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0B4D-3C41-431D-B7EC-67AA624D7C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1892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7BBB3-C89A-4514-919E-51F5739F1288}" type="datetimeFigureOut">
              <a:rPr lang="es-CO" smtClean="0"/>
              <a:t>4/06/2019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0B4D-3C41-431D-B7EC-67AA624D7C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889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67BBB3-C89A-4514-919E-51F5739F1288}" type="datetimeFigureOut">
              <a:rPr lang="es-CO" smtClean="0"/>
              <a:t>4/06/2019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D0B4D-3C41-431D-B7EC-67AA624D7C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51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5947719" y="140043"/>
            <a:ext cx="4662616" cy="64914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/>
          <p:cNvSpPr txBox="1"/>
          <p:nvPr/>
        </p:nvSpPr>
        <p:spPr>
          <a:xfrm>
            <a:off x="5947719" y="4217756"/>
            <a:ext cx="4662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Proyectos </a:t>
            </a:r>
          </a:p>
          <a:p>
            <a:pPr algn="ctr"/>
            <a:r>
              <a:rPr lang="es-CO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Agrícolas, Ambientales,   Agroempresariales y Sociales</a:t>
            </a:r>
            <a:endParaRPr lang="es-CO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ángulo 13"/>
          <p:cNvSpPr/>
          <p:nvPr/>
        </p:nvSpPr>
        <p:spPr>
          <a:xfrm>
            <a:off x="5947718" y="5836170"/>
            <a:ext cx="4662617" cy="608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CO" sz="1000" b="1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www.fundaciongades.org.co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CO" sz="1000" b="1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fundaciongades@yahoo.com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s-CO" sz="1000" b="1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Celular 3193375949</a:t>
            </a:r>
            <a:endParaRPr lang="es-CO" sz="10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352" b="62664"/>
          <a:stretch/>
        </p:blipFill>
        <p:spPr>
          <a:xfrm>
            <a:off x="6333546" y="2409732"/>
            <a:ext cx="3698789" cy="1324508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293" b="55997"/>
          <a:stretch/>
        </p:blipFill>
        <p:spPr>
          <a:xfrm>
            <a:off x="7266010" y="458999"/>
            <a:ext cx="2026032" cy="195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367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Asus</dc:creator>
  <cp:lastModifiedBy>Asus</cp:lastModifiedBy>
  <cp:revision>3</cp:revision>
  <dcterms:created xsi:type="dcterms:W3CDTF">2019-06-04T19:42:52Z</dcterms:created>
  <dcterms:modified xsi:type="dcterms:W3CDTF">2019-06-04T20:02:26Z</dcterms:modified>
</cp:coreProperties>
</file>